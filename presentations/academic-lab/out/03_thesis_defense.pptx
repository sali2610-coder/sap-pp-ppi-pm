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Defects per 100 fields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&lt;80%</c:v>
                  </c:pt>
                  <c:pt idx="1">
                    <c:v>80–90%</c:v>
                  </c:pt>
                  <c:pt idx="2">
                    <c:v>90–98%</c:v>
                  </c:pt>
                  <c:pt idx="3">
                    <c:v>&gt;98%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completeness-gated method for de-risking large ERP conversions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46120"/>
            <a:ext cx="18288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Defense  ·  Information Systems  · 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Candidate: Sali Halif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Committee: Chair, Examiner A, Examiner 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Doctoral dissertation defense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 makes three contributions to ERP migration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— Metric: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field-level completeness measure over the data dictionary.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— Evidence: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predicts SUM defect rate across 126 tables.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— Method: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completeness gate that blocks premature cutover.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question links a measurable cause to a costly effect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325880"/>
            <a:ext cx="6766560" cy="1371600"/>
          </a:xfrm>
          <a:prstGeom prst="roundRect">
            <a:avLst>
              <a:gd name="adj" fmla="val 6667"/>
            </a:avLst>
          </a:prstGeom>
          <a:solidFill>
            <a:srgbClr val="EBF3FA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4173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field-level completeness metric, used as a cutover gate,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ERP conversion defect rates at acceptable cost?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design-science study builds the metric and tests it on a live migration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metric over PM + PP-PI dictionaries.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 completeness with logged SUM defects.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review with the migration office.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+ threats to validity → Appendix B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rate falls 14× across completeness bands, supporting the gate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2344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14× fewer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0" y="1143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0" y="15087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monotonic relationship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at ≥98% removes nearly all defects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across both modules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to band-width choice (Appendix B)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run logs, Project NEO (2026)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is causal-plausible and cheap, but tested on a single programme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unmapped fields are the proximate cause of run errors.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completion &lt;&lt; cost of a failed cutover.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case: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replication across clients is future work.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 measurable gate works: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predicts defects.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effect is large: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14× across completeness bands.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Practice implication: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cutover on field completeness.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sali2610@gmail.com  |  Dissertation defense, 2026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Hevner, A.R. et al. (2004). Design Science in Information Systems Research. MIS Quarterly, 28(1).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SE (2025). Software Update Manager (SUM) Guide. SAP Help Portal.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Halif, S. (2026). Project NEO Migration Cockpit. CBC Israel.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 — Robustness Checks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Defect–completeness relationship is stable across band definitions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tertile and quartile splits give the same ordering.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split: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separately for PM and PP-PI.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</dc:title>
  <dc:subject>PptxGenJS Presentation</dc:subject>
  <dc:creator>Sali Halif</dc:creator>
  <cp:lastModifiedBy>Sali Halif</cp:lastModifiedBy>
  <cp:revision>1</cp:revision>
  <dcterms:created xsi:type="dcterms:W3CDTF">2026-06-10T04:09:01Z</dcterms:created>
  <dcterms:modified xsi:type="dcterms:W3CDTF">2026-06-10T04:09:01Z</dcterms:modified>
</cp:coreProperties>
</file>