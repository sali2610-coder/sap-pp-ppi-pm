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 score (0–100)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People</c:v>
                  </c:pt>
                  <c:pt idx="1">
                    <c:v>Process</c:v>
                  </c:pt>
                  <c:pt idx="2">
                    <c:v>Data</c:v>
                  </c:pt>
                  <c:pt idx="3">
                    <c:v>Technology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72</c:v>
                </c:pt>
                <c:pt idx="2">
                  <c:v>46</c:v>
                </c:pt>
                <c:pt idx="3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ERP migration readiness: an ECC→S/4HANA case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4612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Assignment  ·  Semester Project  · 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Sali Halif  ·  ID 00000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Course Instructor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Enterprise Systems (ERP-402)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assignment evaluates one firm's readiness to migrate its production ERP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ECC→S/4HANA readiness for a manufacturing client.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process, data, technology readiness dimensions.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recommendation with a gate criterion.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is strong on technology but weakest on data quality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readiness lags the other three dimensions by a wide margin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344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Data 46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highest (85): platform sized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lowest (46): mapping gaps remain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People/Process adequate (72–78)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the binding constraint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 rubric; NEO dictionary completeness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data gap is the single highest-leverage action before cutover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readiness gates the whole migration.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completeness lifts the weakest dimension fastest.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work is low-cost vs. a failed cutover.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Overall readiness is moderate: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dimension drags the score.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quality is the gate: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46 vs 72–85 elsewhere.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Recommendation: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field mapping before scheduling SUM.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sali2610@gmail.com  |  ERP-402 Assignment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Markus, M.L. &amp; Tanis, C. (2000). The Enterprise System Experience. In Framing the Domains of IT Management.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 (2025). S/4HANA Conversion Guide. SAP Help Portal.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Halif, S. (2026). Project NEO Migration Cockpit. CBC Israel.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Assignment: ERP migration readiness</dc:title>
  <dc:subject>PptxGenJS Presentation</dc:subject>
  <dc:creator>Sali Halif</dc:creator>
  <cp:lastModifiedBy>Sali Halif</cp:lastModifiedBy>
  <cp:revision>1</cp:revision>
  <dcterms:created xsi:type="dcterms:W3CDTF">2026-06-10T04:09:01Z</dcterms:created>
  <dcterms:modified xsi:type="dcterms:W3CDTF">2026-06-10T04:09:01Z</dcterms:modified>
</cp:coreProperties>
</file>