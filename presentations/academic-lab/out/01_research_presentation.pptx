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 per 100 fields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C3E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&lt;80%</c:v>
                  </c:pt>
                  <c:pt idx="1">
                    <c:v>80–90%</c:v>
                  </c:pt>
                  <c:pt idx="2">
                    <c:v>90–98%</c:v>
                  </c:pt>
                  <c:pt idx="3">
                    <c:v>&gt;98%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mapping completeness predicts S/4HANA conversion defect rate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46120"/>
            <a:ext cx="18288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Presentation  ·  ECC→S/4HANA Migration  · 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 Halif¹  ·  Web Coding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CBC Israel — Migration Office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dataset: Project NEO migration cockpit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 fail late because field-level gaps surface only at cutover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Short-run readiness overstated: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sign-off tracks tables, not fields.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cluster at cutover: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unmapped fields trigger SUM run errors after go-live.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is unmeasured: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study links field-mapping completeness to defect rate.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SUM Guide (2025); Project NEO blueprints (PM, PP-PI)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asks whether mapping completeness predicts conversion defects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325880"/>
            <a:ext cx="6766560" cy="1371600"/>
          </a:xfrm>
          <a:prstGeom prst="roundRect">
            <a:avLst>
              <a:gd name="adj" fmla="val 6667"/>
            </a:avLst>
          </a:prstGeom>
          <a:solidFill>
            <a:srgbClr val="EBF3FA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4173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field-level mapping completeness across PM and PP-PI tables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per-module SUM conversion defect rate?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Contribution: </a:t>
            </a:r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quantified link between dictionary completeness (606 fields) and observed cutover defects.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census of 126 tables links completeness to defects logged in the migration cockpit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PP-PI + 58 PM tables, 606 fields total.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= mapped fields ÷ blueprint fields.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per module from SUM run logs.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detail → Appendix 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mapping completeness coincides with sharply fewer conversion defects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2344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6C8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14× fewer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take away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decline across completeness bands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80% complete: 14 defects/100 fields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98%: near-zero residual defects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holds within both PM and PP-PI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run logs + NEO dictionary (accessed 2026)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explains defects better than table count — supporting a field-first readiness 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Field-first signal: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predicts defects where table sign-off does not.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gate: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cutover under a completeness threshold.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limitation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programme: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 (CBC); external validity needs replication.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Field gaps drive late failures: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table-level sign-off masks them.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Completeness predicts defects: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 spread across bands.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Adopt a completeness gate: </a:t>
            </a:r>
            <a:pPr indent="0" marL="0">
              <a:spcAft>
                <a:spcPts val="1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≥98% before SUM cutover.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sali2610@gmail.com  |  Project NEO Cockpit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(2025). Software Update Manager (SUM) Guide. SAP Help Portal.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Halif, S. (2026). Project NEO Migration Cockpit — PM &amp; PP-PI Blueprints. CBC Israel.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 (2024). Simplification Item Catalog for S/4HANA. SAP Note collection.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Field-mapping completeness study</dc:title>
  <dc:subject>PptxGenJS Presentation</dc:subject>
  <dc:creator>Sali Halif</dc:creator>
  <cp:lastModifiedBy>Sali Halif</cp:lastModifiedBy>
  <cp:revision>1</cp:revision>
  <dcterms:created xsi:type="dcterms:W3CDTF">2026-06-10T04:09:01Z</dcterms:created>
  <dcterms:modified xsi:type="dcterms:W3CDTF">2026-06-10T04:09:01Z</dcterms:modified>
</cp:coreProperties>
</file>