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Sources (n)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Org readiness</c:v>
                  </c:pt>
                  <c:pt idx="1">
                    <c:v>Coarse data</c:v>
                  </c:pt>
                  <c:pt idx="2">
                    <c:v>Field-level</c:v>
                  </c:pt>
                  <c:pt idx="3">
                    <c:v>Tooling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predicts ERP conversion success? A review of three literatures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4612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 ·  Enterprise Systems  · 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 Halif  ·  CBC Israel — Migration Office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narrative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literatures address conversion risk but rarely connect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success factors: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organisational readiness, top-management support.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research: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and accuracy drive system trust.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engineering: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tooling and simplification items, but atheoretical.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1998–2025; n = 42 sources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shows data quality is named but seldom measured at field level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frameworks treat data as one coarse dimension.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B: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work rarely studies ERP cutover specifically.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guides omit a predictive readiness metric.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data-quality measurement is the least-covered theme in the corpus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2344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only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Org-readiness dominates (18 sources)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measurement scarce (4)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covered but atheoretical (8)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motivates new measurement work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Author's coding of 42 sources (2026)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a measurable, predictive readiness metric grounded in theory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missing: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field-level completeness metric linked to outcomes.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readiness theory and migration practice.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test on a live conversion (this programme).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Literatures are siloed: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readiness, data quality, tooling rarely meet.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Field-level measure is rare: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 of 42 sources.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Open problem: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predictive, theory-grounded completeness metric.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sali2610@gmail.com  |  Literature review, 2026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Markus, M.L. &amp; Tanis, C. (2000). The Enterprise System Experience. ICIT.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R.Y. &amp; Strong, D.M. (1996). Beyond Accuracy: Data Quality. J. of MIS, 12(4).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 (2025). S/4HANA Conversion &amp; SUM Guides. SAP Help Portal.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Halif, S. (2026). Project NEO Migration Cockpit. CBC Israel.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</dc:title>
  <dc:subject>PptxGenJS Presentation</dc:subject>
  <dc:creator>Sali Halif</dc:creator>
  <cp:lastModifiedBy>Sali Halif</cp:lastModifiedBy>
  <cp:revision>1</cp:revision>
  <dcterms:created xsi:type="dcterms:W3CDTF">2026-06-10T04:09:01Z</dcterms:created>
  <dcterms:modified xsi:type="dcterms:W3CDTF">2026-06-10T04:09:01Z</dcterms:modified>
</cp:coreProperties>
</file>