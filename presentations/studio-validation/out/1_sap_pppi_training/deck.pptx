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Tables</c:v>
                </c:pt>
              </c:strCache>
            </c:strRef>
          </c:tx>
          <c:spPr>
            <a:solidFill>
              <a:srgbClr val="0A6E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PP-PI</c:v>
                  </c:pt>
                  <c:pt idx="1">
                    <c:v>PM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</c:v>
                </c:pt>
                <c:pt idx="1">
                  <c:v>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Fields</c:v>
                </c:pt>
              </c:strCache>
            </c:strRef>
          </c:tx>
          <c:spPr>
            <a:solidFill>
              <a:srgbClr val="D620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PP-PI</c:v>
                  </c:pt>
                  <c:pt idx="1">
                    <c:v>PM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326</c:v>
                </c:pt>
                <c:pt idx="1">
                  <c:v>280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A6D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A6D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6E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20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PP-PI: Process Order Lifecycle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training · Order-to-confirmation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CBC Israel · Web Coding · Sali Halif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6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process order moves through five stages from creation to settlement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6A6D70"/>
          </a:solidFill>
          <a:ln/>
        </p:spPr>
      </p:sp>
      <p:pic>
        <p:nvPicPr>
          <p:cNvPr id="4" name="Image 0" descr="/Users/salihalif/Desktop/My-Projects/sap/agents/presentation-studio-pro/infographics/out/01_process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097280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Infographic: process-flow template (mermaid)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6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maps to a transaction and a table you will use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6A6D70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Stage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Tcode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Table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D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236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 process order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236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COR1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236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AUFK / AFKO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236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Release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236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COR2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236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 REL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236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Control recipe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236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CO53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236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 sheet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236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Confirmation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236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COR6N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236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AFRU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236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Settlement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236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KO88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236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 docs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6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PP-PI carries more tables and fields than PM — plan training time accordingly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6A6D70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10972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Project NEO blueprints (2026) · chart-engine pick: bar (categories × measure)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6E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Five stages: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COR1 → COR2 → CO53 → COR6N → KO88.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Confirmations post to AFRU; settlement closes the order.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PP-PI is the larger dataset — budget extra lab time.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PP-PI Training</dc:title>
  <dc:subject>PptxGenJS Presentation</dc:subject>
  <dc:creator>Web Coding · Sali Halif</dc:creator>
  <cp:lastModifiedBy>Web Coding · Sali Halif</cp:lastModifiedBy>
  <cp:revision>1</cp:revision>
  <dcterms:created xsi:type="dcterms:W3CDTF">2026-06-11T04:01:32Z</dcterms:created>
  <dcterms:modified xsi:type="dcterms:W3CDTF">2026-06-11T04:01:32Z</dcterms:modified>
</cp:coreProperties>
</file>