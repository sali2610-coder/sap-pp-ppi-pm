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complete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B8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PP-PI</c:v>
                  </c:pt>
                  <c:pt idx="1">
                    <c:v>PM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</c:v>
                </c:pt>
                <c:pt idx="1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PM Migration: ready to gate cutover on data completeness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Executive review · ECC→S/4HANA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Steering committee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Recommendation: block cutover until field mapping is ≥98% complete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9AA5B1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1463040"/>
            <a:ext cx="7589520" cy="1463040"/>
          </a:xfrm>
          <a:prstGeom prst="roundRect">
            <a:avLst>
              <a:gd name="adj" fmla="val 6250"/>
            </a:avLst>
          </a:prstGeom>
          <a:solidFill>
            <a:srgbClr val="F4ECCB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68880" y="1554480"/>
            <a:ext cx="7223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Gate the cutover on a measurable completeness threshold (≥98%).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329184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B26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Cheap insurance vs. a failed cutover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1B26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Already measurable from the data dictionary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Mapping completeness is 96% overall — PM at 93% is the gap to close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27432"/>
          </a:xfrm>
          <a:prstGeom prst="rect">
            <a:avLst/>
          </a:prstGeom>
          <a:solidFill>
            <a:srgbClr val="9AA5B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96%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5B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overall field mapping complete</a:t>
            </a:r>
            <a:endParaRPr lang="en-US" sz="1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0" y="1463040"/>
          <a:ext cx="5943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Source: NEO dictionary (2026) · chart-engine pick: bar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Approve the ≥98% completeness gate.  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Close the PM 5-point gap, then schedule SUM.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sali2610@gmail.com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PM Executive Review</dc:title>
  <dc:subject>PptxGenJS Presentation</dc:subject>
  <dc:creator>Web Coding · Sali Halif</dc:creator>
  <cp:lastModifiedBy>Web Coding · Sali Halif</cp:lastModifiedBy>
  <cp:revision>1</cp:revision>
  <dcterms:created xsi:type="dcterms:W3CDTF">2026-06-11T04:01:32Z</dcterms:created>
  <dcterms:modified xsi:type="dcterms:W3CDTF">2026-06-11T04:01:32Z</dcterms:modified>
</cp:coreProperties>
</file>