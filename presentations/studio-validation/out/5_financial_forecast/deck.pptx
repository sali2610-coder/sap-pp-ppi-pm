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14532D"/>
            </a:solidFill>
            <a:ln w="38100" cap="flat">
              <a:solidFill>
                <a:srgbClr val="1453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532D"/>
              </a:solidFill>
              <a:ln w="9525" cap="flat">
                <a:solidFill>
                  <a:srgbClr val="1453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</c:v>
                </c:pt>
                <c:pt idx="1">
                  <c:v>14.1</c:v>
                </c:pt>
                <c:pt idx="2">
                  <c:v>16.1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Revenue (M)</c:v>
                </c:pt>
              </c:strCache>
            </c:strRef>
          </c:tx>
          <c:spPr>
            <a:solidFill>
              <a:srgbClr val="1453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FY25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Churn</c:v>
                  </c:pt>
                  <c:pt idx="4">
                    <c:v>FY26F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14.1</c:v>
                </c:pt>
                <c:pt idx="1">
                  <c:v>1.6</c:v>
                </c:pt>
                <c:pt idx="2">
                  <c:v>0.9</c:v>
                </c:pt>
                <c:pt idx="3">
                  <c:v>-0.5</c:v>
                </c:pt>
                <c:pt idx="4">
                  <c:v>16.1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FY2026 forecast: revenue up 14%, margin expanding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FP&amp;A · annual outlook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forecast to grow from 14.1M to 16.1M (+14%)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B728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4630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+14% YoY revenue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Driven by volume, not price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+3.7pp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management accounts (unaudited) · chart-engine pick: line (trend)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bridge from FY25 to FY26: volume adds, churn subtracts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B728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972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chart-engine pick: waterfall (start→±steps→end), rendered as bridge bars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P&amp;L holds margin discipline through the forecast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B728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Metric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FY25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FY26F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14.1M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16.1M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+14%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Gross margin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39.0%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41.5%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+2.5pp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OpEx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3.0M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3.2M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+7%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Net margin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14.9%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16.4%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+1.5pp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Forecast</dc:title>
  <dc:subject>PptxGenJS Presentation</dc:subject>
  <dc:creator>Web Coding · Sali Halif</dc:creator>
  <cp:lastModifiedBy>Web Coding · Sali Halif</cp:lastModifiedBy>
  <cp:revision>1</cp:revision>
  <dcterms:created xsi:type="dcterms:W3CDTF">2026-06-11T04:01:32Z</dcterms:created>
  <dcterms:modified xsi:type="dcterms:W3CDTF">2026-06-11T04:01:32Z</dcterms:modified>
</cp:coreProperties>
</file>