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96</c:v>
                </c:pt>
                <c:pt idx="2">
                  <c:v>97</c:v>
                </c:pt>
                <c:pt idx="3">
                  <c:v>96</c:v>
                </c:pt>
                <c:pt idx="4">
                  <c:v>98</c:v>
                </c:pt>
                <c:pt idx="5">
                  <c:v>98.2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PM</c:v>
                </c:pt>
                <c:pt idx="1">
                  <c:v>PP-PI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analytics: throughput holds above target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readout · Q2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Coding · Sali Halif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headline metrics, all green this quarter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+2.1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-0.3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96.5%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+1.4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49224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flat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 trended up through the quarter; mix stayed PM-heavy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18872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ops warehouse (2026) · chart-engine picks: line (trend), doughnut (composition)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Analytics Dashboard</dc:title>
  <dc:subject>PptxGenJS Presentation</dc:subject>
  <dc:creator>Web Coding</dc:creator>
  <cp:lastModifiedBy>Web Coding</cp:lastModifiedBy>
  <cp:revision>1</cp:revision>
  <dcterms:created xsi:type="dcterms:W3CDTF">2026-06-11T04:01:32Z</dcterms:created>
  <dcterms:modified xsi:type="dcterms:W3CDTF">2026-06-11T04:01:32Z</dcterms:modified>
</cp:coreProperties>
</file>