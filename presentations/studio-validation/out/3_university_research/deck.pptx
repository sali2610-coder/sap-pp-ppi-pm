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Defects/100 fields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DC3E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4E7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&lt;80%</c:v>
                  </c:pt>
                  <c:pt idx="1">
                    <c:v>80-90%</c:v>
                  </c:pt>
                  <c:pt idx="2">
                    <c:v>90-98%</c:v>
                  </c:pt>
                  <c:pt idx="3">
                    <c:v>&gt;98%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</c:v>
                </c:pt>
                <c:pt idx="1">
                  <c:v>9</c:v>
                </c:pt>
                <c:pt idx="2">
                  <c:v>4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607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Field-mapping completeness predicts ERP conversion defects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project · Information Systems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 Halif ·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Conversions fail late because table sign-off hides field-level gaps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47120" cy="27432"/>
          </a:xfrm>
          <a:prstGeom prst="rect">
            <a:avLst/>
          </a:prstGeom>
          <a:solidFill>
            <a:srgbClr val="77777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Short-run readiness overstated: sign-off tracks tables, not fields.</a:t>
            </a:r>
            <a:endParaRPr lang="en-US" sz="19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Defects cluster at cutover when unmapped fields surface.</a:t>
            </a:r>
            <a:endParaRPr lang="en-US" sz="19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completeness→defect link is unmeasured.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Heckman-style late-failure analogy; NEO blueprints (2026)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completeness coincides with sharply fewer conversion defects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47120" cy="27432"/>
          </a:xfrm>
          <a:prstGeom prst="rect">
            <a:avLst/>
          </a:prstGeom>
          <a:solidFill>
            <a:srgbClr val="777777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64008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315200" y="1371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take away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0" y="178308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14× fewer defects from worst to best band</a:t>
            </a:r>
            <a:endParaRPr lang="en-US" sz="19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&gt;98% complete: near-zero residual</a:t>
            </a:r>
            <a:endParaRPr lang="en-US" sz="19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 in PM and PP-PI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SUM run logs (2026) · chart-engine pick: bar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Completeness, not table count, is the readiness signal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47120" cy="27432"/>
          </a:xfrm>
          <a:prstGeom prst="rect">
            <a:avLst/>
          </a:prstGeom>
          <a:solidFill>
            <a:srgbClr val="77777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Interpretation: field-first gate predicts defects where table sign-off does not.</a:t>
            </a:r>
            <a:endParaRPr lang="en-US" sz="19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Limitation: single programme; replication needed.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Halif, S. (2026). Project NEO Migration Cockpit. CBC Israel.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SE (2025). Software Update Manager (SUM) Guide. SAP Help Portal.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Research Project</dc:title>
  <dc:subject>PptxGenJS Presentation</dc:subject>
  <dc:creator>Sali Halif</dc:creator>
  <cp:lastModifiedBy>Sali Halif</cp:lastModifiedBy>
  <cp:revision>1</cp:revision>
  <dcterms:created xsi:type="dcterms:W3CDTF">2026-06-11T04:01:32Z</dcterms:created>
  <dcterms:modified xsi:type="dcterms:W3CDTF">2026-06-11T04:01:32Z</dcterms:modified>
</cp:coreProperties>
</file>