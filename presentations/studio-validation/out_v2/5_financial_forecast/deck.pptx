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14532D"/>
            </a:solidFill>
            <a:ln w="38100" cap="flat">
              <a:solidFill>
                <a:srgbClr val="1453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532D"/>
              </a:solidFill>
              <a:ln w="9525" cap="flat">
                <a:solidFill>
                  <a:srgbClr val="1453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14.1</c:v>
                </c:pt>
                <c:pt idx="2">
                  <c:v>16.1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FY2026 forecast: revenue up 14%, margin expanding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FP&amp;A · annual outlook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CBC Israel · Web Coding · Sali Halif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forecast runs assumptions → model → bridge before the number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B7280"/>
          </a:solidFill>
          <a:ln/>
        </p:spPr>
      </p:sp>
      <p:pic>
        <p:nvPicPr>
          <p:cNvPr id="4" name="Image 0" descr="/Users/salihalif/Desktop/My-Projects/sap/agents/presentation-studio-pro/infographics/out/01_process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infographic (forecast pipeline)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forecast to grow from 14.1M to 16.1M (+14%)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B728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viz · chart-engine: line (trend)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bridge: volume adds, churn subtracts, margin holds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6B7280"/>
          </a:solidFill>
          <a:ln/>
        </p:spPr>
      </p:sp>
      <p:pic>
        <p:nvPicPr>
          <p:cNvPr id="4" name="Image 0" descr="/Users/salihalif/Desktop/My-Projects/sap/agents/presentation-studio-pro/infographics/domain/out/financial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visual (waterfall bridge)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Approve the FY26 forecast: +14% revenue, +1.5pp net margin.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Fund expansion; hold OpEx growth to +7%.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sali2610@gmail.com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Forecast</dc:title>
  <dc:subject>PptxGenJS Presentation</dc:subject>
  <dc:creator>Web Coding · Sali Halif</dc:creator>
  <cp:lastModifiedBy>Web Coding · Sali Halif</cp:lastModifiedBy>
  <cp:revision>1</cp:revision>
  <dcterms:created xsi:type="dcterms:W3CDTF">2026-06-11T04:13:22Z</dcterms:created>
  <dcterms:modified xsi:type="dcterms:W3CDTF">2026-06-11T04:13:22Z</dcterms:modified>
</cp:coreProperties>
</file>