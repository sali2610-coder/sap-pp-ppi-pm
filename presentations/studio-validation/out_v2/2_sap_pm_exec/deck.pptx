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complete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B8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PP-PI</c:v>
                  </c:pt>
                  <c:pt idx="1">
                    <c:v>PM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</c:v>
                </c:pt>
                <c:pt idx="1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PM Migration: ready to gate cutover on data completeness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Executive review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CBC Israel · Web Coding · Sali Halif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p14:dur="50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PM follows a measurable maintenance lifecycle through to settlement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9AA5B1"/>
          </a:solidFill>
          <a:ln/>
        </p:spPr>
      </p:sp>
      <p:pic>
        <p:nvPicPr>
          <p:cNvPr id="4" name="Image 0" descr="/Users/salihalif/Desktop/My-Projects/sap/agents/presentation-studio-pro/infographics/domain/out/pm_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1088136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Process infographic (PM domain)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50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Mapping completeness is 96% overall — PM at 93% is the gap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9AA5B1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10972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viz · chart-engine: bar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50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Summary: one gap to close before cutover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9AA5B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Overall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96%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mapped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19272" y="18288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9272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PP-PI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19272" y="24688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98%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19272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1344" y="18288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1344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81344" y="24688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93%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81344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+5 to go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43416" y="18288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43416" y="24688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≥98%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043416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threshold</a:t>
            </a:r>
            <a:endParaRPr lang="en-US" sz="1300" dirty="0"/>
          </a:p>
        </p:txBody>
      </p:sp>
    </p:spTree>
  </p:cSld>
  <p:clrMapOvr>
    <a:masterClrMapping/>
  </p:clrMapOvr>
  <p:transition xmlns:p14="http://schemas.microsoft.com/office/powerpoint/2010/main" p14:dur="50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4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36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92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48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4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6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16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72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28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84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4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96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952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8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Approve the ≥98% completeness gate.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Close the PM 5-point gap, then schedule SUM cutover.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sali2610@gmail.com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p14:dur="50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PM Executive Review</dc:title>
  <dc:subject>PptxGenJS Presentation</dc:subject>
  <dc:creator>Web Coding · Sali Halif</dc:creator>
  <cp:lastModifiedBy>Web Coding · Sali Halif</cp:lastModifiedBy>
  <cp:revision>1</cp:revision>
  <dcterms:created xsi:type="dcterms:W3CDTF">2026-06-11T04:13:22Z</dcterms:created>
  <dcterms:modified xsi:type="dcterms:W3CDTF">2026-06-11T04:13:22Z</dcterms:modified>
</cp:coreProperties>
</file>