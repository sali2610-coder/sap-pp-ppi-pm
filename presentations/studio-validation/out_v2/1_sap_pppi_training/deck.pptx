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A6E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rgbClr val="D620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326</c:v>
                </c:pt>
                <c:pt idx="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D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D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E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PP-PI: Process Order Lifecycle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training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order moves through five stages — COR1 to KO88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pic>
        <p:nvPicPr>
          <p:cNvPr id="4" name="Image 0" descr="/Users/salihalif/Desktop/My-Projects/sap/agents/presentation-studio-pro/infographics/domain/out/pppi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infographic (PP-PI domain)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PP-PI carries more tables and fields than PM — plan lab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viz · chart-engine: bar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five stages, three documents to remember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COR1→KO88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9272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COR6N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19272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AFRU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344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KO88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81344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43416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43416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PP-PI fields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4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6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16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72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8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8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96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2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6E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Practice the full chain COR1 → COR2 → CO53 → COR6N → KO88 in the sandbox.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Confirm to AFRU, then settle with KO88 and verify in the doc flow.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PP-PI Training</dc:title>
  <dc:subject>PptxGenJS Presentation</dc:subject>
  <dc:creator>Web Coding · Sali Halif</dc:creator>
  <cp:lastModifiedBy>Web Coding · Sali Halif</cp:lastModifiedBy>
  <cp:revision>1</cp:revision>
  <dcterms:created xsi:type="dcterms:W3CDTF">2026-06-11T04:13:22Z</dcterms:created>
  <dcterms:modified xsi:type="dcterms:W3CDTF">2026-06-11T04:13:22Z</dcterms:modified>
</cp:coreProperties>
</file>