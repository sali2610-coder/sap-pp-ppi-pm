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</c:v>
                </c:pt>
              </c:strCache>
            </c:strRef>
          </c:tx>
          <c:spPr>
            <a:solidFill>
              <a:srgbClr val="14B8A6"/>
            </a:solidFill>
            <a:ln w="3810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96</c:v>
                </c:pt>
                <c:pt idx="2">
                  <c:v>97</c:v>
                </c:pt>
                <c:pt idx="3">
                  <c:v>96</c:v>
                </c:pt>
                <c:pt idx="4">
                  <c:v>98</c:v>
                </c:pt>
                <c:pt idx="5">
                  <c:v>98.2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bubble3D val="0"/>
            <c:spPr>
              <a:solidFill>
                <a:srgbClr val="A78BF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PM</c:v>
                </c:pt>
                <c:pt idx="1">
                  <c:v>PP-PI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</c:v>
                </c:pt>
                <c:pt idx="1">
                  <c:v>40</c:v>
                </c:pt>
                <c:pt idx="2">
                  <c:v>15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analytics: throughput holds above target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readout · Q2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CBC Israel · Web Coding · Sali Halif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flows ingest → model → dashboard before any metric is read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4" name="Image 0" descr="/Users/salihalif/Desktop/My-Projects/sap/agents/presentation-studio-pro/infographics/out/01_process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1088136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infographic (data pipeline)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Throughput trended up; mix stayed PM-heavy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7498080" y="118872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viz · chart-engine: line (trend) + doughnut (composition)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dashboard: four KPIs, trend, and mix at a glance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4" name="Image 0" descr="/Users/salihalif/Desktop/My-Projects/sap/agents/presentation-studio-pro/infographics/domain/out/analytics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1088136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visual (dashboard layout)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Hold the line on throughput; investigate flat utilization (88%).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Promote the PM mix gains; keep defect rate &lt; 1%.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sali2610@gmail.com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Analytics Dashboard</dc:title>
  <dc:subject>PptxGenJS Presentation</dc:subject>
  <dc:creator>Web Coding · Sali Halif</dc:creator>
  <cp:lastModifiedBy>Web Coding · Sali Halif</cp:lastModifiedBy>
  <cp:revision>1</cp:revision>
  <dcterms:created xsi:type="dcterms:W3CDTF">2026-06-11T04:13:22Z</dcterms:created>
  <dcterms:modified xsi:type="dcterms:W3CDTF">2026-06-11T04:13:22Z</dcterms:modified>
</cp:coreProperties>
</file>