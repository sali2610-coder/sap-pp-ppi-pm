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Defects/100 fields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&lt;80%</c:v>
                  </c:pt>
                  <c:pt idx="1">
                    <c:v>80-90%</c:v>
                  </c:pt>
                  <c:pt idx="2">
                    <c:v>90-98%</c:v>
                  </c:pt>
                  <c:pt idx="3">
                    <c:v>&gt;98%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Field-mapping completeness predicts ERP conversion defects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project · Information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 Israel · Web Coding · Sali Halif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study runs from question to conclusion through a clear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777777"/>
          </a:solidFill>
          <a:ln/>
        </p:spPr>
      </p:sp>
      <p:pic>
        <p:nvPicPr>
          <p:cNvPr id="4" name="Image 0" descr="/Users/salihalif/Desktop/My-Projects/sap/agents/presentation-studio-pro/infographics/domain/out/academic_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08813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infographic (research method)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completeness coincides with 14× fewer defects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777777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0972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viz · chart-engine: bar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a strong, monotonic completeness→defect gradient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 fields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19272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19272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 fields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81344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14×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81344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43416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43416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PM+PP-PI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043416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4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9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4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6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16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72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8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84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4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96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52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Completeness, not table count, is the readiness signal.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Adopt a field-completeness gate; replicate across clients (limitation).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sali2610@gmail.com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Research Project</dc:title>
  <dc:subject>PptxGenJS Presentation</dc:subject>
  <dc:creator>Web Coding · Sali Halif</dc:creator>
  <cp:lastModifiedBy>Web Coding · Sali Halif</cp:lastModifiedBy>
  <cp:revision>1</cp:revision>
  <dcterms:created xsi:type="dcterms:W3CDTF">2026-06-11T04:13:22Z</dcterms:created>
  <dcterms:modified xsi:type="dcterms:W3CDTF">2026-06-11T04:13:22Z</dcterms:modified>
</cp:coreProperties>
</file>