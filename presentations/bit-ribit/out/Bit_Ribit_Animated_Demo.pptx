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65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2D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מצינור תשלומים → לפלטפורמה פיננסית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0" y="2743200"/>
            <a:ext cx="1371600" cy="1371600"/>
          </a:xfrm>
          <a:prstGeom prst="ellipse">
            <a:avLst/>
          </a:prstGeom>
          <a:solidFill>
            <a:srgbClr val="18242F"/>
          </a:solidFill>
          <a:ln w="25400">
            <a:solidFill>
              <a:srgbClr val="3C4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תשלומים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 rot="10800000">
            <a:off x="7223760" y="3246120"/>
            <a:ext cx="1737360" cy="365760"/>
          </a:xfrm>
          <a:prstGeom prst="rightArrow">
            <a:avLst/>
          </a:prstGeom>
          <a:solidFill>
            <a:srgbClr val="2DD8EC"/>
          </a:solidFill>
          <a:ln/>
        </p:spPr>
      </p:sp>
      <p:sp>
        <p:nvSpPr>
          <p:cNvPr id="7" name="Shape 5"/>
          <p:cNvSpPr/>
          <p:nvPr/>
        </p:nvSpPr>
        <p:spPr>
          <a:xfrm>
            <a:off x="5349240" y="2514600"/>
            <a:ext cx="1828800" cy="1828800"/>
          </a:xfrm>
          <a:prstGeom prst="ellipse">
            <a:avLst/>
          </a:prstGeom>
          <a:solidFill>
            <a:srgbClr val="1B4A6A"/>
          </a:solidFill>
          <a:ln w="38100">
            <a:solidFill>
              <a:srgbClr val="2DD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2D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ריביט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 rot="10800000">
            <a:off x="3520440" y="3246120"/>
            <a:ext cx="1737360" cy="365760"/>
          </a:xfrm>
          <a:prstGeom prst="rightArrow">
            <a:avLst/>
          </a:prstGeom>
          <a:solidFill>
            <a:srgbClr val="2DD8EC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2743200"/>
            <a:ext cx="1371600" cy="1371600"/>
          </a:xfrm>
          <a:prstGeom prst="ellipse">
            <a:avLst/>
          </a:prstGeom>
          <a:solidFill>
            <a:srgbClr val="18242F"/>
          </a:solidFill>
          <a:ln w="25400">
            <a:solidFill>
              <a:srgbClr val="F4F8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B8C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ריביט הפך את ביט מאפליקציית תשלומים — לפלטפורמה שגם חוסכת.</a:t>
            </a:r>
            <a:endParaRPr lang="en-US" sz="18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2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4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6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8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6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32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4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76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48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2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65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2D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הכירו את ריביט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2DD8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4%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B8C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ריבית שנתית על כסף שיושב בארנק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22860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8242F"/>
          </a:solidFill>
          <a:ln w="12700">
            <a:solidFill>
              <a:srgbClr val="2C3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3591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נובמבר 2025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6656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8C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מועד ההשקה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32461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8242F"/>
          </a:solidFill>
          <a:ln w="12700">
            <a:solidFill>
              <a:srgbClr val="2C3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33192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· 3 חודשים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6656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8C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 בהשקה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42062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8242F"/>
          </a:solidFill>
          <a:ln w="12700">
            <a:solidFill>
              <a:srgbClr val="2C3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42793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10–20,000 ₪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6656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8C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סכום ההפקדה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51663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8242F"/>
          </a:solidFill>
          <a:ln w="12700">
            <a:solidFill>
              <a:srgbClr val="2C3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52395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4F8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נזיל או נעול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766560" y="5623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8C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מסלולי משיכה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2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4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6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8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6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32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4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76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48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2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92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64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36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8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8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65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2D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B8C7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הכסף הרדום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800" b="1" dirty="0">
                <a:solidFill>
                  <a:srgbClr val="2D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התחיל לעבוד.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2D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כסף רדום  →  ריביט  →  פלטפורמה</a:t>
            </a: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2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4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6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Bit-Ribit — animated demo</dc:title>
  <dc:subject>PptxGenJS Presentation</dc:subject>
  <dc:creator>PptxGenJS</dc:creator>
  <cp:lastModifiedBy>PptxGenJS</cp:lastModifiedBy>
  <cp:revision>1</cp:revision>
  <dcterms:created xsi:type="dcterms:W3CDTF">2026-06-11T14:05:13Z</dcterms:created>
  <dcterms:modified xsi:type="dcterms:W3CDTF">2026-06-11T14:05:13Z</dcterms:modified>
</cp:coreProperties>
</file>