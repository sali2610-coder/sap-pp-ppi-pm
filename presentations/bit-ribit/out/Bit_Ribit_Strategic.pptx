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2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3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4_ri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5_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6_comp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7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08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fw3_po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10_troj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11_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fw5_smart_o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new3_value_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14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lihalif/Desktop/My-Projects/sap/presentations/bit-ribit/visuals/story/s14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ביט (bit) — כסף רדום → ריביט → פלטפורמה פיננסית</dc:title>
  <dc:subject>PptxGenJS Presentation</dc:subject>
  <dc:creator>נתנאל יברקן · סאלי חליף</dc:creator>
  <cp:lastModifiedBy>נתנאל יברקן · סאלי חליף</cp:lastModifiedBy>
  <cp:revision>1</cp:revision>
  <dcterms:created xsi:type="dcterms:W3CDTF">2026-06-11T13:43:51Z</dcterms:created>
  <dcterms:modified xsi:type="dcterms:W3CDTF">2026-06-11T13:43:51Z</dcterms:modified>
</cp:coreProperties>
</file>