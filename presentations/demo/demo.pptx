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Tables</c:v>
                </c:pt>
              </c:strCache>
            </c:strRef>
          </c:tx>
          <c:spPr>
            <a:solidFill>
              <a:srgbClr val="D620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PP-PI</c:v>
                  </c:pt>
                  <c:pt idx="1">
                    <c:v>PM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</c:v>
                </c:pt>
                <c:pt idx="1">
                  <c:v>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Fields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PP-PI</c:v>
                  </c:pt>
                  <c:pt idx="1">
                    <c:v>PM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326</c:v>
                </c:pt>
                <c:pt idx="1">
                  <c:v>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6202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D62027"/>
                </a:solidFill>
              </a:rPr>
              <a:t>PROJECT NEO COCKPIT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ECC → S/4HANA Migration Cockpit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Offline technical data dictionary for PM and PP-PI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37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Project NEO Cockpit · CBC Israel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0" y="6537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Web Coding · </a:t>
            </a:r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Sali Halif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  |   1/5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640080"/>
          </a:xfrm>
          <a:prstGeom prst="rect">
            <a:avLst/>
          </a:prstGeom>
          <a:solidFill>
            <a:srgbClr val="D62027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463040"/>
            <a:ext cx="100584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Migration scope — PM and PP-PI modules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Table &amp; field coverage from definitive blueprints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S/4 simplification notes, Fiori apps, SUM notes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100% offline, static export — no CDN, no runtime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Status persistence &amp; JSON export/import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6537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Project NEO Cockpit · CBC Israel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60720" y="6537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Web Coding · </a:t>
            </a:r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Sali Halif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  |   2/5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Coverage Snapshot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71600"/>
          <a:ext cx="107899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1645920"/>
                <a:gridCol w="5486400"/>
              </a:tblGrid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Module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0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Tables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0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Fields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0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Focus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202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PP-PI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68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326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Process orders, recipes, batches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PM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58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280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Equipment, functional locations, notifications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</a:rPr>
                        <a:t>Total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</a:rPr>
                        <a:t>126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E293B"/>
                          </a:solidFill>
                        </a:rPr>
                        <a:t>606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</a:rPr>
                        <a:t>Asserted at build time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6537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Project NEO Cockpit · CBC Israel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60720" y="6537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Web Coding · </a:t>
            </a:r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Sali Halif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  |   3/5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572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Tables vs Fields by Module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85800" y="1371600"/>
          <a:ext cx="1078992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2"/>
          <p:cNvSpPr/>
          <p:nvPr/>
        </p:nvSpPr>
        <p:spPr>
          <a:xfrm>
            <a:off x="365760" y="6537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Project NEO Cockpit · CBC Israel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60720" y="6537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Web Coding · </a:t>
            </a:r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Sali Halif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  |   4/5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08960" y="1828800"/>
            <a:ext cx="5943600" cy="2377440"/>
          </a:xfrm>
          <a:prstGeom prst="roundRect">
            <a:avLst>
              <a:gd name="adj" fmla="val 4615"/>
            </a:avLst>
          </a:prstGeom>
          <a:solidFill>
            <a:srgbClr val="0F172A"/>
          </a:solidFill>
          <a:ln w="19050">
            <a:solidFill>
              <a:srgbClr val="D6202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108960" y="21945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Skill validated ✓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291840" y="301752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Anthropic pptx skill generated this deck from scratch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91840" y="347472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62027"/>
                </a:solidFill>
              </a:rPr>
              <a:t>pptxgenjs → output.pptx → markitdown round-trip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65379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Project NEO Cockpit · CBC Israel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0" y="6537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Web Coding · </a:t>
            </a:r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Sali Halif</a:t>
            </a:r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   |   5/5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NEO Cockpit — pptx skill demo</dc:title>
  <dc:subject>PptxGenJS Presentation</dc:subject>
  <dc:creator>Sali Halif — Web Coding</dc:creator>
  <cp:lastModifiedBy>Sali Halif — Web Coding</cp:lastModifiedBy>
  <cp:revision>1</cp:revision>
  <dcterms:created xsi:type="dcterms:W3CDTF">2026-06-10T02:28:26Z</dcterms:created>
  <dcterms:modified xsi:type="dcterms:W3CDTF">2026-06-10T02:28:26Z</dcterms:modified>
</cp:coreProperties>
</file>