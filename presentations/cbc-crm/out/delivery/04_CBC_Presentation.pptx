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5"/>
    <p:restoredTop sz="96195"/>
  </p:normalViewPr>
  <p:slideViewPr>
    <p:cSldViewPr snapToGrid="0" snapToObjects="1">
      <p:cViewPr varScale="1">
        <p:scale>
          <a:sx n="147" d="100"/>
          <a:sy n="147" d="100"/>
        </p:scale>
        <p:origin x="216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33877025-E9DA-B377-45E7-7400A6CA7B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46"/>
          <a:stretch>
            <a:fillRect/>
          </a:stretch>
        </p:blipFill>
        <p:spPr>
          <a:xfrm>
            <a:off x="20" y="154577"/>
            <a:ext cx="12191980" cy="65488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18A22C87-F41F-2816-809F-BCA59FA90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7874" y="4859383"/>
            <a:ext cx="9213669" cy="155273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תמונה 3">
            <a:extLst>
              <a:ext uri="{FF2B5EF4-FFF2-40B4-BE49-F238E27FC236}">
                <a16:creationId xmlns:a16="http://schemas.microsoft.com/office/drawing/2014/main" id="{EDCA3690-CBDD-9747-968B-E4C0071CB0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647" y="5094514"/>
            <a:ext cx="7772400" cy="129757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0</Words>
  <Application>Microsoft Macintosh PowerPoint</Application>
  <PresentationFormat>מסך רחב</PresentationFormat>
  <Paragraphs>0</Paragraphs>
  <Slides>34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Monday - B-FRESH</cp:lastModifiedBy>
  <cp:revision>3</cp:revision>
  <dcterms:created xsi:type="dcterms:W3CDTF">2013-01-27T09:14:16Z</dcterms:created>
  <dcterms:modified xsi:type="dcterms:W3CDTF">2026-06-16T04:26:07Z</dcterms:modified>
  <cp:category/>
</cp:coreProperties>
</file>