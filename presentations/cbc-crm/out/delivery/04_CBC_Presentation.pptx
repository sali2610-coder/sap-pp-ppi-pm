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0" r:id="rId22"/>
    <p:sldId id="281" r:id="rId23"/>
    <p:sldId id="282" r:id="rId24"/>
    <p:sldId id="283" r:id="rId25"/>
    <p:sldId id="279" r:id="rId26"/>
    <p:sldId id="284" r:id="rId27"/>
    <p:sldId id="285" r:id="rId28"/>
    <p:sldId id="286" r:id="rId29"/>
    <p:sldId id="287" r:id="rId30"/>
    <p:sldId id="288" r:id="rId31"/>
    <p:sldId id="289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5"/>
    <p:restoredTop sz="97000"/>
  </p:normalViewPr>
  <p:slideViewPr>
    <p:cSldViewPr snapToGrid="0" snapToObjects="1">
      <p:cViewPr varScale="1">
        <p:scale>
          <a:sx n="149" d="100"/>
          <a:sy n="149" d="100"/>
        </p:scale>
        <p:origin x="176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B8E6E119-EAC5-553E-498C-5743D86A28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46"/>
          <a:stretch>
            <a:fillRect/>
          </a:stretch>
        </p:blipFill>
        <p:spPr>
          <a:xfrm>
            <a:off x="108857" y="130628"/>
            <a:ext cx="11996058" cy="65640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74F86EA8-5F04-7CF4-A462-33334F4C8A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490114E7-E351-26C3-93D1-420D0932B2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18A22C87-F41F-2816-809F-BCA59FA90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874" y="4859383"/>
            <a:ext cx="9213669" cy="15527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85D1216-CDDD-A638-0C38-828BE4171B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EDCA3690-CBDD-9747-968B-E4C0071CB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647" y="5094514"/>
            <a:ext cx="7772400" cy="129757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Macintosh PowerPoint</Application>
  <PresentationFormat>מסך רחב</PresentationFormat>
  <Paragraphs>0</Paragraphs>
  <Slides>31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Monday - B-FRESH</cp:lastModifiedBy>
  <cp:revision>4</cp:revision>
  <dcterms:created xsi:type="dcterms:W3CDTF">2013-01-27T09:14:16Z</dcterms:created>
  <dcterms:modified xsi:type="dcterms:W3CDTF">2026-06-16T14:33:29Z</dcterms:modified>
  <cp:category/>
</cp:coreProperties>
</file>