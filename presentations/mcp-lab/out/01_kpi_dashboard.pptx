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96</c:v>
                </c:pt>
                <c:pt idx="2">
                  <c:v>97</c:v>
                </c:pt>
                <c:pt idx="3">
                  <c:v>96</c:v>
                </c:pt>
                <c:pt idx="4">
                  <c:v>98</c:v>
                </c:pt>
                <c:pt idx="5">
                  <c:v>98.2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PM</c:v>
                </c:pt>
                <c:pt idx="1">
                  <c:v>PP-PI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40</c:v>
                </c:pt>
                <c:pt idx="2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Operational KPIs hold above target across all four streams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Quarterly cockpit ·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1097280"/>
          </a:xfrm>
          <a:prstGeom prst="round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Throughput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98.2%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↑ 2.1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1920240" cy="1097280"/>
          </a:xfrm>
          <a:prstGeom prst="round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Defect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0.7%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↓ 0.3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1920240" cy="1097280"/>
          </a:xfrm>
          <a:prstGeom prst="round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On-time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96.5%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↑ 1.4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554480"/>
            <a:ext cx="1920240" cy="1097280"/>
          </a:xfrm>
          <a:prstGeom prst="round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Utilization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88.0%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0372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↑ 0.9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2834640"/>
          <a:ext cx="5029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5669280" y="2834640"/>
          <a:ext cx="30175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CBC Israel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KPI Dashboard</dc:title>
  <dc:subject>Generated via MCP</dc:subject>
  <dc:creator>Sali Halif</dc:creator>
  <cp:lastModifiedBy>Sali Halif</cp:lastModifiedBy>
  <cp:revision>1</cp:revision>
  <dcterms:created xsi:type="dcterms:W3CDTF">2026-06-10T04:19:03Z</dcterms:created>
  <dcterms:modified xsi:type="dcterms:W3CDTF">2026-06-10T04:19:03Z</dcterms:modified>
</cp:coreProperties>
</file>