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12.4</c:v>
                </c:pt>
                <c:pt idx="1">
                  <c:v>14.1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8.1</c:v>
                </c:pt>
                <c:pt idx="1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Revenue grew 14% while cost ratio fell to 61%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FY2025 summary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206240" cy="27432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FY2024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FY2025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12.4M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14.1M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+14%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COGS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8.1M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8.6M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+6%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Gross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34.7%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39.0%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+4.3pp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OpEx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2.9M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3.0M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14.9%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+3.7pp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937760" y="155448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Source: management accounts (unaudited).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CBC Israel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Report</dc:title>
  <dc:subject>Generated via MCP</dc:subject>
  <dc:creator>Sali Halif</dc:creator>
  <cp:lastModifiedBy>Sali Halif</cp:lastModifiedBy>
  <cp:revision>1</cp:revision>
  <dcterms:created xsi:type="dcterms:W3CDTF">2026-06-10T04:19:03Z</dcterms:created>
  <dcterms:modified xsi:type="dcterms:W3CDTF">2026-06-10T04:19:03Z</dcterms:modified>
</cp:coreProperties>
</file>