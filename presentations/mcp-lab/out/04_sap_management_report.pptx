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Fields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PP-PI</c:v>
                  </c:pt>
                  <c:pt idx="1">
                    <c:v>PM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326</c:v>
                </c:pt>
                <c:pt idx="1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PM and PP-PI migration tracks green; data dictionary 96% complete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ECC→S/4HANA · Project NEO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023360" cy="20116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Module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Tables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Fields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Mapped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PP-PI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68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326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98%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58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280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93%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126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606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96%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754880" y="1554480"/>
          <a:ext cx="3931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6" name="Image 0" descr="/Users/salihalif/Desktop/My-Projects/sap/presentations/mcp-lab/assets/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49040"/>
            <a:ext cx="4572000" cy="8229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</a:rPr>
              <a:t>IDoc / process reference · Web Coding · Sali Halif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CBC Israel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Management Report</dc:title>
  <dc:subject>Generated via MCP</dc:subject>
  <dc:creator>Sali Halif</dc:creator>
  <cp:lastModifiedBy>Sali Halif</cp:lastModifiedBy>
  <cp:revision>1</cp:revision>
  <dcterms:created xsi:type="dcterms:W3CDTF">2026-06-10T04:19:03Z</dcterms:created>
  <dcterms:modified xsi:type="dcterms:W3CDTF">2026-06-10T04:19:03Z</dcterms:modified>
</cp:coreProperties>
</file>