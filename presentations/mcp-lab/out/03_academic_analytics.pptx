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Defects/100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&lt;80%</c:v>
                  </c:pt>
                  <c:pt idx="1">
                    <c:v>80-90%</c:v>
                  </c:pt>
                  <c:pt idx="2">
                    <c:v>90-98%</c:v>
                  </c:pt>
                  <c:pt idx="3">
                    <c:v>&gt;98%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Org</c:v>
                </c:pt>
                <c:pt idx="1">
                  <c:v>Data</c:v>
                </c:pt>
                <c:pt idx="2">
                  <c:v>Field</c:v>
                </c:pt>
                <c:pt idx="3">
                  <c:v>Tool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18</c:v>
                </c:pt>
                <c:pt idx="1">
                  <c:v>12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Mapping completeness correlates with lower defect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77777"/>
                </a:solidFill>
              </a:rPr>
              <a:t>Analytics deck · 2026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5544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Image 0" descr="/Users/salihalif/Desktop/My-Projects/sap/presentations/mcp-lab/assets/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80560"/>
            <a:ext cx="2743200" cy="4114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383280" y="4572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</a:rPr>
              <a:t>Process reference embedded as image (offline asset).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CBC Israel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Analytics</dc:title>
  <dc:subject>Generated via MCP</dc:subject>
  <dc:creator>Sali Halif</dc:creator>
  <cp:lastModifiedBy>Sali Halif</cp:lastModifiedBy>
  <cp:revision>1</cp:revision>
  <dcterms:created xsi:type="dcterms:W3CDTF">2026-06-10T04:19:03Z</dcterms:created>
  <dcterms:modified xsi:type="dcterms:W3CDTF">2026-06-10T04:19:03Z</dcterms:modified>
</cp:coreProperties>
</file>